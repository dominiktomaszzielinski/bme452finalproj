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1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640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4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439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382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5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177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808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5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634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808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870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5CEA6D2-D18B-4B02-ACEE-E6A205146A2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FB6CD0E-FCF1-481E-87A6-615A8C88B79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2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20169-99E1-0721-C679-855C9B0E7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5400" dirty="0"/>
              <a:t>Bayesian Optimization of Neuromuscular Control Parameters in a 3-Segment Planar Jump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D02D4-F836-2ACE-E4F2-E42462A77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6434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Dominik Zielinski</a:t>
            </a:r>
          </a:p>
          <a:p>
            <a:r>
              <a:rPr lang="en-US" dirty="0"/>
              <a:t>Richard and Loan HILL Department of biomedical engineering</a:t>
            </a:r>
          </a:p>
          <a:p>
            <a:r>
              <a:rPr lang="en-US" dirty="0"/>
              <a:t>BME 452 Final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199000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A2750-67D7-5424-7746-CA7D34CCC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ECC66-FC4C-FE95-7D94-F764574B3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716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82357-41CE-7B99-4334-B5A8578CE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A9608-7013-863F-BFCF-4D279C659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951095" cy="4023360"/>
          </a:xfrm>
        </p:spPr>
        <p:txBody>
          <a:bodyPr/>
          <a:lstStyle/>
          <a:p>
            <a:r>
              <a:rPr lang="en-US" dirty="0"/>
              <a:t>Find ground truth using …</a:t>
            </a:r>
          </a:p>
          <a:p>
            <a:r>
              <a:rPr lang="en-US" dirty="0"/>
              <a:t>Simulate 3 optimization methodologies: (</a:t>
            </a:r>
            <a:r>
              <a:rPr lang="en-US" dirty="0" err="1"/>
              <a:t>Baysian</a:t>
            </a:r>
            <a:r>
              <a:rPr lang="en-US" dirty="0"/>
              <a:t> Optimization (BO), Differential Evolution (DE), and (CMA-ES))</a:t>
            </a:r>
          </a:p>
          <a:p>
            <a:pPr lvl="1"/>
            <a:r>
              <a:rPr lang="en-US" dirty="0"/>
              <a:t>Starting position is the parameter (Ankle angle, Knee angle, and Hip angle)</a:t>
            </a:r>
          </a:p>
          <a:p>
            <a:r>
              <a:rPr lang="en-US" dirty="0"/>
              <a:t>Simulate all 3 optimizations with no noise, 0.03 noise, and 0.05 noise.</a:t>
            </a:r>
          </a:p>
          <a:p>
            <a:r>
              <a:rPr lang="en-US" dirty="0"/>
              <a:t>Torques</a:t>
            </a:r>
          </a:p>
          <a:p>
            <a:pPr lvl="1"/>
            <a:r>
              <a:rPr lang="en-US" dirty="0"/>
              <a:t>Step function, fixed at a maximum peak torque found within the literature (Citation)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3148D4-1DAF-38D9-DDB0-07B4A3B41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75" y="1845734"/>
            <a:ext cx="6143625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9283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FF013-62F2-3AE8-A591-BBCE889BE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CAF73-77BE-49EF-D40A-1DD3DF93C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Optimizations at different noise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F4FB9-FDF0-1E43-3E78-67B449566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4819650"/>
            <a:ext cx="10058400" cy="1049444"/>
          </a:xfrm>
        </p:spPr>
        <p:txBody>
          <a:bodyPr/>
          <a:lstStyle/>
          <a:p>
            <a:r>
              <a:rPr lang="en-US" dirty="0"/>
              <a:t>Placeholder text</a:t>
            </a:r>
          </a:p>
        </p:txBody>
      </p:sp>
      <p:pic>
        <p:nvPicPr>
          <p:cNvPr id="4" name="Content Placeholder 12">
            <a:extLst>
              <a:ext uri="{FF2B5EF4-FFF2-40B4-BE49-F238E27FC236}">
                <a16:creationId xmlns:a16="http://schemas.microsoft.com/office/drawing/2014/main" id="{AE975B5E-22B1-F2CB-D3A7-7B49FC31A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8" y="1940308"/>
            <a:ext cx="4002068" cy="26500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9499CE-BBA0-606A-1618-B4944F1FD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7031" y="1940305"/>
            <a:ext cx="4002071" cy="26500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C6AE21-34EC-454E-D562-1797B4C687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966" y="1940308"/>
            <a:ext cx="4002068" cy="265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78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0D752-3846-CAA1-F382-78F7B78D6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optimized jump height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DE0E4-6F14-475E-AAE5-7C71DD53B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Placeholder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7C6460-94DF-10B1-B57D-A5F0E4E5E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325" y="1921934"/>
            <a:ext cx="5608783" cy="421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83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11B02-6FDD-0FCB-2A7A-6D8A0AD49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71012-E894-2C8F-988F-458AE2C04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06703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1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50032"/>
      </a:accent1>
      <a:accent2>
        <a:srgbClr val="D50032"/>
      </a:accent2>
      <a:accent3>
        <a:srgbClr val="D50032"/>
      </a:accent3>
      <a:accent4>
        <a:srgbClr val="D50032"/>
      </a:accent4>
      <a:accent5>
        <a:srgbClr val="D50032"/>
      </a:accent5>
      <a:accent6>
        <a:srgbClr val="D50032"/>
      </a:accent6>
      <a:hlink>
        <a:srgbClr val="D50032"/>
      </a:hlink>
      <a:folHlink>
        <a:srgbClr val="D5003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1229</TotalTime>
  <Words>117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Retrospect</vt:lpstr>
      <vt:lpstr>Bayesian Optimization of Neuromuscular Control Parameters in a 3-Segment Planar Jump Model</vt:lpstr>
      <vt:lpstr>Motivation</vt:lpstr>
      <vt:lpstr>Methodology</vt:lpstr>
      <vt:lpstr>Optimizations at different noise levels</vt:lpstr>
      <vt:lpstr>Comparison of optimized jump height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Zielinski, Dominik Tomasz</dc:creator>
  <cp:lastModifiedBy>Zielinski, Dominik Tomasz</cp:lastModifiedBy>
  <cp:revision>3</cp:revision>
  <dcterms:created xsi:type="dcterms:W3CDTF">2026-04-27T20:13:56Z</dcterms:created>
  <dcterms:modified xsi:type="dcterms:W3CDTF">2026-04-30T15:37:44Z</dcterms:modified>
</cp:coreProperties>
</file>
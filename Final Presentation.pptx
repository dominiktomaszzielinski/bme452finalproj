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2640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440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2439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382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153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177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808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85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634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808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870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5CEA6D2-D18B-4B02-ACEE-E6A205146A2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42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20169-99E1-0721-C679-855C9B0E7F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5400" dirty="0"/>
              <a:t>Bayesian Optimization of Neuromuscular Control Parameters in a 3-Segment Planar Jump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5D02D4-F836-2ACE-E4F2-E42462A778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6434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Dominik Zielinski</a:t>
            </a:r>
          </a:p>
          <a:p>
            <a:r>
              <a:rPr lang="en-US" dirty="0"/>
              <a:t>Richard and Loan HILL Department of biomedical engineering</a:t>
            </a:r>
          </a:p>
          <a:p>
            <a:r>
              <a:rPr lang="en-US" dirty="0"/>
              <a:t>BME 452 Final Project presentation</a:t>
            </a:r>
          </a:p>
        </p:txBody>
      </p:sp>
    </p:spTree>
    <p:extLst>
      <p:ext uri="{BB962C8B-B14F-4D97-AF65-F5344CB8AC3E}">
        <p14:creationId xmlns:p14="http://schemas.microsoft.com/office/powerpoint/2010/main" val="21990002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A2750-67D7-5424-7746-CA7D34CCC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ECC66-FC4C-FE95-7D94-F764574B3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716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82357-41CE-7B99-4334-B5A8578CE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A9608-7013-863F-BFCF-4D279C659F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283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356C-DC98-584A-B8E8-DA88A6CDF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446F1-575A-785A-75E7-6DA102AAC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772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11B02-6FDD-0FCB-2A7A-6D8A0AD49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71012-E894-2C8F-988F-458AE2C04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067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1D041-E099-3D5A-07E6-BBA87054F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259CE-11C8-1305-67EA-91EA517A9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81992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50032"/>
      </a:accent1>
      <a:accent2>
        <a:srgbClr val="D50032"/>
      </a:accent2>
      <a:accent3>
        <a:srgbClr val="D50032"/>
      </a:accent3>
      <a:accent4>
        <a:srgbClr val="D50032"/>
      </a:accent4>
      <a:accent5>
        <a:srgbClr val="D50032"/>
      </a:accent5>
      <a:accent6>
        <a:srgbClr val="D50032"/>
      </a:accent6>
      <a:hlink>
        <a:srgbClr val="D50032"/>
      </a:hlink>
      <a:folHlink>
        <a:srgbClr val="D5003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1183</TotalTime>
  <Words>33</Words>
  <Application>Microsoft Office PowerPoint</Application>
  <PresentationFormat>Widescreen</PresentationFormat>
  <Paragraphs>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Calibri</vt:lpstr>
      <vt:lpstr>Calibri Light</vt:lpstr>
      <vt:lpstr>Retrospect</vt:lpstr>
      <vt:lpstr>Bayesian Optimization of Neuromuscular Control Parameters in a 3-Segment Planar Jump Model</vt:lpstr>
      <vt:lpstr>Motivation</vt:lpstr>
      <vt:lpstr>Methodology</vt:lpstr>
      <vt:lpstr>Results</vt:lpstr>
      <vt:lpstr>Key Takeaways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Zielinski, Dominik Tomasz</dc:creator>
  <cp:lastModifiedBy>Zielinski, Dominik Tomasz</cp:lastModifiedBy>
  <cp:revision>2</cp:revision>
  <dcterms:created xsi:type="dcterms:W3CDTF">2026-04-27T20:13:56Z</dcterms:created>
  <dcterms:modified xsi:type="dcterms:W3CDTF">2026-04-28T15:57:08Z</dcterms:modified>
</cp:coreProperties>
</file>